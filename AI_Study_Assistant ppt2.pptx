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36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764BA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Assistant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4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Notes into Knowledge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4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AI, Automation &amp; Smart Reminders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G. Naina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B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24071A6791</a:t>
            </a:r>
          </a:p>
        </p:txBody>
      </p:sp>
      <p:sp>
        <p:nvSpPr>
          <p:cNvPr id="7" name="Text 5"/>
          <p:cNvSpPr/>
          <p:nvPr/>
        </p:nvSpPr>
        <p:spPr>
          <a:xfrm>
            <a:off x="4663440" y="731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23444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Groq AI (LLaMA 3.3)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1645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flashcards, quizzes &amp; summaries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14884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Upload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process lecture notes instantly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06324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Difficulty Levels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3474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Easy, Medium, Hard — personalized learning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97764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 Reminders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4389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study reminders via n8n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4572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4864" cy="16916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Manual Note Processing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spend hours manually creating flashcards and summaries from lengthy lecture notes.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54864" cy="16916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Inconsistent Revision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structured reminders, students forget to revise regularly, leading to poor retention.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54864" cy="16916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One-size-fits-all 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don't adapt content difficulty to individual student needs.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54864" cy="16916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Unstructured PDFs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study materials exist as PDFs with no automatic extraction or AI 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4572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web application that automatically transforms lecture notes and PDFs into flashcards, summaries and quizzes — with adjustable difficulty and daily WhatsApp reminders.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2860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Q&amp;A cards from notes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66544" y="210312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66544" y="22860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66544" y="2971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57984" y="3383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summaries at chosen difficulty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67328" y="210312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67328" y="22860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67328" y="2971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Mode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58768" y="3383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5-question MCQ quizzes with answers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68112" y="210312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68112" y="22860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68112" y="2971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59552" y="3383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Medium / Hard adjustment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68896" y="210312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68896" y="22860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68896" y="2971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60336" y="3383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WhatsApp alerts via n8n + Twilio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4572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PDF.js for PDF extraction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for API calls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for security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4114800" cy="4114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text chunking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71800"/>
            <a:ext cx="4114800" cy="4114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tool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WhatsApp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 trigger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4572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PDF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1645920"/>
            <a:ext cx="365760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5728" y="1097280"/>
            <a:ext cx="1097280" cy="10972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395728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21408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02736" y="1645920"/>
            <a:ext cx="365760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59936" y="1097280"/>
            <a:ext cx="1097280" cy="109728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6" name="Text 14"/>
          <p:cNvSpPr/>
          <p:nvPr/>
        </p:nvSpPr>
        <p:spPr>
          <a:xfrm>
            <a:off x="4059936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85616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66944" y="1645920"/>
            <a:ext cx="365760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24144" y="1097280"/>
            <a:ext cx="1097280" cy="1097280"/>
          </a:xfrm>
          <a:prstGeom prst="ellipse">
            <a:avLst/>
          </a:prstGeom>
          <a:solidFill>
            <a:srgbClr val="C026D3"/>
          </a:solidFill>
          <a:ln/>
        </p:spPr>
      </p:sp>
      <p:sp>
        <p:nvSpPr>
          <p:cNvPr id="20" name="Text 18"/>
          <p:cNvSpPr/>
          <p:nvPr/>
        </p:nvSpPr>
        <p:spPr>
          <a:xfrm>
            <a:off x="5724144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49824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31152" y="1645920"/>
            <a:ext cx="365760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8352" y="1097280"/>
            <a:ext cx="1097280" cy="10972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4" name="Text 22"/>
          <p:cNvSpPr/>
          <p:nvPr/>
        </p:nvSpPr>
        <p:spPr>
          <a:xfrm>
            <a:off x="7388352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114032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8412480" cy="14630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Automation Layer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Trigger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runs daily at 9:00 AM  →  </a:t>
            </a: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Node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sends WhatsApp reminder to student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0050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"Good morning! Time to study! Open your Study Assistant and review today's notes."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4572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APPLICATION SCREENSHOTS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Notes Input &amp; Mode Selection</a:t>
            </a:r>
            <a:endParaRPr lang="en-US" sz="1000" dirty="0"/>
          </a:p>
        </p:txBody>
      </p:sp>
      <p:pic>
        <p:nvPicPr>
          <p:cNvPr id="8" name="Image 0" descr="/home/claude/website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70432"/>
            <a:ext cx="4206240" cy="2377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Buttons &amp; Generate Feature</a:t>
            </a:r>
            <a:endParaRPr lang="en-US" sz="1000" dirty="0"/>
          </a:p>
        </p:txBody>
      </p:sp>
      <p:pic>
        <p:nvPicPr>
          <p:cNvPr id="10" name="Image 1" descr="/home/claude/website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70432"/>
            <a:ext cx="4023360" cy="2377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5760" y="3749040"/>
            <a:ext cx="1600200" cy="34747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2" name="Text 8"/>
          <p:cNvSpPr/>
          <p:nvPr/>
        </p:nvSpPr>
        <p:spPr>
          <a:xfrm>
            <a:off x="365760" y="3776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 Upload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057400" y="3749040"/>
            <a:ext cx="1600200" cy="34747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4" name="Text 10"/>
          <p:cNvSpPr/>
          <p:nvPr/>
        </p:nvSpPr>
        <p:spPr>
          <a:xfrm>
            <a:off x="2057400" y="3776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Flashcards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749040" y="3749040"/>
            <a:ext cx="1600200" cy="34747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Text 12"/>
          <p:cNvSpPr/>
          <p:nvPr/>
        </p:nvSpPr>
        <p:spPr>
          <a:xfrm>
            <a:off x="3749040" y="3776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Summary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440680" y="3749040"/>
            <a:ext cx="1600200" cy="34747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8" name="Text 14"/>
          <p:cNvSpPr/>
          <p:nvPr/>
        </p:nvSpPr>
        <p:spPr>
          <a:xfrm>
            <a:off x="5440680" y="3776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Quiz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132320" y="3749040"/>
            <a:ext cx="1600200" cy="34747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0" name="Text 16"/>
          <p:cNvSpPr/>
          <p:nvPr/>
        </p:nvSpPr>
        <p:spPr>
          <a:xfrm>
            <a:off x="7132320" y="3776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 Difficulty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Automation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4572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WORKFLOW SCREENSHOT</a:t>
            </a:r>
            <a:endParaRPr lang="en-US" sz="1100" dirty="0"/>
          </a:p>
        </p:txBody>
      </p:sp>
      <p:pic>
        <p:nvPicPr>
          <p:cNvPr id="7" name="Image 0" descr="/home/claude/n8n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Trigger 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daily at 9am  →  </a:t>
            </a:r>
            <a:r>
              <a:rPr lang="en-US" sz="1200" b="1" dirty="0">
                <a:solidFill>
                  <a:srgbClr val="764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Node 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WhatsApp to student  →  </a:t>
            </a: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Success in 1.083s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4572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CAN 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618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&amp; Extraction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025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lecture PDF. PDF.js extracts all text automatically across all pages.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618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 Generation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0025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5 Q&amp;A flashcards from your notes in Front/Back format.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1618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Summaries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0025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summaries tailored to Easy, Medium or Hard difficulty level.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684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multiple choice questions with answers based on uploaded content.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292608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9184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Control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9684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difficulty buttons adjust AI content complexity for any learner.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92608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2648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WhatsApp Alerts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39684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Twilio sends automated daily reminders at 9am via WhatsApp.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4572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OVERCAME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402336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Deprecated AI model (mixtral-8x7b)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987552"/>
            <a:ext cx="4251960" cy="658368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97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Switched to llama-3.3-70b-versatile on Groq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316736"/>
            <a:ext cx="502920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41648" y="115214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1773936"/>
            <a:ext cx="402336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836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Rate limit with 16-page PDFs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1773936"/>
            <a:ext cx="4251960" cy="658368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8366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Implemented text chunking — sends only first 9,000 chars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2103120"/>
            <a:ext cx="502920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193852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402336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700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API key security risk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2560320"/>
            <a:ext cx="4251960" cy="658368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7004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.env file + dotenv package to protect credentials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23360" y="2889504"/>
            <a:ext cx="502920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41648" y="272491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346704"/>
            <a:ext cx="402336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456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Port conflict (EADDRINUSE)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3346704"/>
            <a:ext cx="4251960" cy="658368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564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npx kill-port 3000 before restarting server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0" y="3675888"/>
            <a:ext cx="502920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41648" y="351129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4133088"/>
            <a:ext cx="402336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2428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Difficulty slider frozen in browser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4133088"/>
            <a:ext cx="4251960" cy="658368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2428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Replaced range slider with 3 clickable buttons (Easy/Medium/Hard)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023360" y="4462272"/>
            <a:ext cx="502920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41648" y="42976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4572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87552"/>
            <a:ext cx="265176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247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 to save flashcard history and progress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987552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87552"/>
            <a:ext cx="265176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1247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011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study streaks, scores and revision history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987552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987552"/>
            <a:ext cx="265176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1247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&amp; Word Support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011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file upload to support .pptx and .docx formats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907792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07792"/>
            <a:ext cx="265176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044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3566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algorithm to resurface forgotten flashcards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2907792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907792"/>
            <a:ext cx="265176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0" y="3044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291840" y="3566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3931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regional languages for wider accessibility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2907792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2907792"/>
            <a:ext cx="265176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3044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26480" y="3566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3931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and Android app for on-the-go studying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64BA2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Study Assistant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2880360"/>
            <a:ext cx="3657600" cy="0"/>
          </a:xfrm>
          <a:prstGeom prst="line">
            <a:avLst/>
          </a:prstGeom>
          <a:noFill/>
          <a:ln w="127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Node.js  •  Groq AI  •  n8n  •  Twilio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681</Words>
  <Application>Microsoft Office PowerPoint</Application>
  <PresentationFormat>On-screen Show (16:9)</PresentationFormat>
  <Paragraphs>164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Study Assistant</dc:title>
  <dc:subject>PptxGenJS Presentation</dc:subject>
  <dc:creator>PptxGenJS</dc:creator>
  <cp:lastModifiedBy>nainagugloth@outlook.com</cp:lastModifiedBy>
  <cp:revision>2</cp:revision>
  <dcterms:created xsi:type="dcterms:W3CDTF">2026-04-13T10:45:12Z</dcterms:created>
  <dcterms:modified xsi:type="dcterms:W3CDTF">2026-04-13T10:53:55Z</dcterms:modified>
</cp:coreProperties>
</file>